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IM Fell" charset="1" panose="02000000000000000000"/>
      <p:regular r:id="rId10"/>
    </p:embeddedFont>
    <p:embeddedFont>
      <p:font typeface="Nunito Bold" charset="1" panose="00000000000000000000"/>
      <p:regular r:id="rId11"/>
    </p:embeddedFont>
    <p:embeddedFont>
      <p:font typeface="Be Vietnam" charset="1" panose="00000500000000000000"/>
      <p:regular r:id="rId12"/>
    </p:embeddedFont>
    <p:embeddedFont>
      <p:font typeface="Be Vietnam Ultra-Bold" charset="1" panose="000009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5798" y="3453829"/>
            <a:ext cx="8285312" cy="6213984"/>
          </a:xfrm>
          <a:custGeom>
            <a:avLst/>
            <a:gdLst/>
            <a:ahLst/>
            <a:cxnLst/>
            <a:rect r="r" b="b" t="t" l="l"/>
            <a:pathLst>
              <a:path h="6213984" w="8285312">
                <a:moveTo>
                  <a:pt x="0" y="0"/>
                </a:moveTo>
                <a:lnTo>
                  <a:pt x="8285312" y="0"/>
                </a:lnTo>
                <a:lnTo>
                  <a:pt x="8285312" y="6213984"/>
                </a:lnTo>
                <a:lnTo>
                  <a:pt x="0" y="6213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00398"/>
            <a:ext cx="7437834" cy="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1. HISTORIA Y PROBLEMA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05279" y="600398"/>
            <a:ext cx="354021" cy="73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4352" y="2011144"/>
            <a:ext cx="11057454" cy="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¿Todas las zonas necesitan agua al mismo tiempo?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34450" y="7323113"/>
            <a:ext cx="1151562" cy="40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2425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ZONA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61" y="5209445"/>
            <a:ext cx="1086218" cy="38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b="true" sz="2288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ZONA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9870" y="7441283"/>
            <a:ext cx="1119126" cy="40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35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ZONA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52602" y="5209445"/>
            <a:ext cx="1086218" cy="38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b="true" sz="2288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ZONA 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2215" y="9801214"/>
            <a:ext cx="4898405" cy="28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Fuente: Andina / Municipalidad de San Martín de Porres.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45798" y="9081655"/>
            <a:ext cx="8285312" cy="31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Parque de SMP usado como referencia para la prueba por zonas.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5956" y="1084867"/>
            <a:ext cx="6717553" cy="8393947"/>
          </a:xfrm>
          <a:custGeom>
            <a:avLst/>
            <a:gdLst/>
            <a:ahLst/>
            <a:cxnLst/>
            <a:rect r="r" b="b" t="t" l="l"/>
            <a:pathLst>
              <a:path h="8393947" w="6717553">
                <a:moveTo>
                  <a:pt x="0" y="0"/>
                </a:moveTo>
                <a:lnTo>
                  <a:pt x="6717553" y="0"/>
                </a:lnTo>
                <a:lnTo>
                  <a:pt x="6717553" y="8393948"/>
                </a:lnTo>
                <a:lnTo>
                  <a:pt x="0" y="839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69955" y="6833156"/>
            <a:ext cx="5037841" cy="2963436"/>
          </a:xfrm>
          <a:custGeom>
            <a:avLst/>
            <a:gdLst/>
            <a:ahLst/>
            <a:cxnLst/>
            <a:rect r="r" b="b" t="t" l="l"/>
            <a:pathLst>
              <a:path h="2963436" w="5037841">
                <a:moveTo>
                  <a:pt x="0" y="0"/>
                </a:moveTo>
                <a:lnTo>
                  <a:pt x="5037841" y="0"/>
                </a:lnTo>
                <a:lnTo>
                  <a:pt x="5037841" y="2963436"/>
                </a:lnTo>
                <a:lnTo>
                  <a:pt x="0" y="296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0398"/>
            <a:ext cx="7973496" cy="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2. La solución + Modelo de negocio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05279" y="600398"/>
            <a:ext cx="354021" cy="73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075" y="2812805"/>
            <a:ext cx="7580925" cy="237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-BROTE-</a:t>
            </a:r>
          </a:p>
          <a:p>
            <a:pPr algn="ctr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Sistema modular de monitoreo y control de riego sectorizado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3750" y="5796937"/>
            <a:ext cx="7710250" cy="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35"/>
              </a:lnSpc>
              <a:spcBef>
                <a:spcPct val="0"/>
              </a:spcBef>
            </a:pPr>
            <a:r>
              <a:rPr lang="en-US" sz="4525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Monitorea — Decide — Controla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9955" y="9368426"/>
            <a:ext cx="5037841" cy="19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  <a:spcBef>
                <a:spcPct val="0"/>
              </a:spcBef>
            </a:pPr>
            <a:r>
              <a:rPr lang="en-US" sz="120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Parque urbano con áreas verdes y riego tecnificado.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898859"/>
            <a:ext cx="2627355" cy="21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286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Fuente: Andina / Municipalidad de SMP.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6732" y="1447836"/>
            <a:ext cx="5332848" cy="7391328"/>
          </a:xfrm>
          <a:custGeom>
            <a:avLst/>
            <a:gdLst/>
            <a:ahLst/>
            <a:cxnLst/>
            <a:rect r="r" b="b" t="t" l="l"/>
            <a:pathLst>
              <a:path h="7391328" w="5332848">
                <a:moveTo>
                  <a:pt x="0" y="0"/>
                </a:moveTo>
                <a:lnTo>
                  <a:pt x="5332848" y="0"/>
                </a:lnTo>
                <a:lnTo>
                  <a:pt x="5332848" y="7391328"/>
                </a:lnTo>
                <a:lnTo>
                  <a:pt x="0" y="739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00398"/>
            <a:ext cx="4413290" cy="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</a:pPr>
            <a:r>
              <a:rPr lang="en-US" sz="4525">
                <a:solidFill>
                  <a:srgbClr val="FFFFFF"/>
                </a:solidFill>
                <a:latin typeface="IM Fell"/>
                <a:ea typeface="IM Fell"/>
                <a:cs typeface="IM Fell"/>
                <a:sym typeface="IM Fell"/>
              </a:rPr>
              <a:t>3. ESTRATEGIA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05279" y="600398"/>
            <a:ext cx="328731" cy="73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16329"/>
            <a:ext cx="3976211" cy="3063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Posible registro: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Humedad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D</a:t>
            </a: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uración de riego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A</a:t>
            </a: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gua utilizada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H</a:t>
            </a: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istorial por zona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6732" y="8336390"/>
            <a:ext cx="5332848" cy="24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9"/>
              </a:lnSpc>
              <a:spcBef>
                <a:spcPct val="0"/>
              </a:spcBef>
            </a:pPr>
            <a:r>
              <a:rPr lang="en-US" b="true" sz="147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Sistema de riego por aspersión en funcionamiento.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96028"/>
            <a:ext cx="2855031" cy="27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  <a:spcBef>
                <a:spcPct val="0"/>
              </a:spcBef>
            </a:pPr>
            <a:r>
              <a:rPr lang="en-US" sz="1660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Fuente: Bernd Dittrich, Unsplash.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941" y="6093889"/>
            <a:ext cx="6863957" cy="3851442"/>
          </a:xfrm>
          <a:custGeom>
            <a:avLst/>
            <a:gdLst/>
            <a:ahLst/>
            <a:cxnLst/>
            <a:rect r="r" b="b" t="t" l="l"/>
            <a:pathLst>
              <a:path h="3851442" w="6863957">
                <a:moveTo>
                  <a:pt x="0" y="0"/>
                </a:moveTo>
                <a:lnTo>
                  <a:pt x="6863957" y="0"/>
                </a:lnTo>
                <a:lnTo>
                  <a:pt x="6863957" y="3851442"/>
                </a:lnTo>
                <a:lnTo>
                  <a:pt x="0" y="3851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00398"/>
            <a:ext cx="5984439" cy="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4. EQUIPO Y PEDIDO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05279" y="600398"/>
            <a:ext cx="328731" cy="73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2236" y="1753042"/>
            <a:ext cx="8273044" cy="157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5"/>
              </a:lnSpc>
            </a:pPr>
            <a:r>
              <a:rPr lang="en-US" sz="4525">
                <a:solidFill>
                  <a:srgbClr val="D9D9D9"/>
                </a:solidFill>
                <a:latin typeface="IM Fell"/>
                <a:ea typeface="IM Fell"/>
                <a:cs typeface="IM Fell"/>
                <a:sym typeface="IM Fell"/>
              </a:rPr>
              <a:t>PEDIDO Y SIGUIENTES PASOS: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068764"/>
            <a:ext cx="7005774" cy="368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Equipo 15: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Leonel Sotelo Mamaní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Leonardo Espinoza Flores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Kenneth Ramos Epinoza 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Josue  Cardenas Luna</a:t>
            </a:r>
          </a:p>
          <a:p>
            <a:pPr algn="l" marL="758782" indent="-379391" lvl="1">
              <a:lnSpc>
                <a:spcPts val="4920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Giordano Valero Bonifacio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10485" y="3881505"/>
            <a:ext cx="7047739" cy="436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5701" indent="-382851" lvl="1">
              <a:lnSpc>
                <a:spcPts val="4965"/>
              </a:lnSpc>
              <a:spcBef>
                <a:spcPct val="0"/>
              </a:spcBef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Acc</a:t>
            </a:r>
            <a:r>
              <a:rPr lang="en-US" sz="3546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eso a un área verde para realizar pruebas.</a:t>
            </a:r>
          </a:p>
          <a:p>
            <a:pPr algn="l" marL="765701" indent="-382851" lvl="1">
              <a:lnSpc>
                <a:spcPts val="4965"/>
              </a:lnSpc>
              <a:spcBef>
                <a:spcPct val="0"/>
              </a:spcBef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Retroalimentación técnica sobre el sistema por zonas.</a:t>
            </a:r>
          </a:p>
          <a:p>
            <a:pPr algn="l" marL="765701" indent="-382851" lvl="1">
              <a:lnSpc>
                <a:spcPts val="4965"/>
              </a:lnSpc>
              <a:spcBef>
                <a:spcPct val="0"/>
              </a:spcBef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Validar consumo, autonomía y ahorro real de agua.</a:t>
            </a:r>
          </a:p>
          <a:p>
            <a:pPr algn="l">
              <a:lnSpc>
                <a:spcPts val="496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8941" y="9500272"/>
            <a:ext cx="6863957" cy="24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  <a:spcBef>
                <a:spcPct val="0"/>
              </a:spcBef>
            </a:pPr>
            <a:r>
              <a:rPr lang="en-US" b="true" sz="153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Equipo trabajando en un prototipo electrónico.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936738"/>
            <a:ext cx="1538086" cy="35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6"/>
              </a:lnSpc>
              <a:spcBef>
                <a:spcPct val="0"/>
              </a:spcBef>
            </a:pPr>
            <a:r>
              <a:rPr lang="en-US" sz="2061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Fuente: Pexels.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DAHWCEmhs7s</dc:identifier>
  <dcterms:modified xsi:type="dcterms:W3CDTF">2011-08-01T06:04:30Z</dcterms:modified>
  <cp:revision>1</cp:revision>
  <dc:title>Añadir un título</dc:title>
</cp:coreProperties>
</file>